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325" r:id="rId3"/>
    <p:sldId id="326" r:id="rId4"/>
    <p:sldId id="327" r:id="rId5"/>
    <p:sldId id="328" r:id="rId6"/>
    <p:sldId id="329" r:id="rId7"/>
    <p:sldId id="336" r:id="rId8"/>
    <p:sldId id="330" r:id="rId9"/>
    <p:sldId id="331" r:id="rId10"/>
    <p:sldId id="335" r:id="rId11"/>
    <p:sldId id="333" r:id="rId12"/>
    <p:sldId id="334" r:id="rId13"/>
    <p:sldId id="324" r:id="rId14"/>
  </p:sldIdLst>
  <p:sldSz cx="12192000" cy="6858000"/>
  <p:notesSz cx="6858000" cy="12192000"/>
  <p:embeddedFontLst>
    <p:embeddedFont>
      <p:font typeface="Aharoni" panose="02010803020104030203" pitchFamily="2" charset="-79"/>
      <p:bold r:id="rId16"/>
    </p:embeddedFont>
    <p:embeddedFont>
      <p:font typeface="Arial Rounded MT Bold" panose="020F0704030504030204" pitchFamily="34" charset="0"/>
      <p:regular r:id="rId1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8-25T10:02:19.662"/>
    <p1510:client id="{83E81FCA-4986-744D-6B61-4F08996F21C8}" v="1" dt="2026-08-25T07:11:24.964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5033" autoAdjust="0"/>
  </p:normalViewPr>
  <p:slideViewPr>
    <p:cSldViewPr>
      <p:cViewPr varScale="1">
        <p:scale>
          <a:sx n="89" d="100"/>
          <a:sy n="89" d="100"/>
        </p:scale>
        <p:origin x="658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359f896-71e2-4dae-b8a3-15cdf97f2f10::" providerId="AD" clId="Web-{83E81FCA-4986-744D-6B61-4F08996F21C8}"/>
    <pc:docChg chg="modSld">
      <pc:chgData name="Guest User" userId="S::urn:spo:tenantanon#7359f896-71e2-4dae-b8a3-15cdf97f2f10::" providerId="AD" clId="Web-{83E81FCA-4986-744D-6B61-4F08996F21C8}" dt="2026-08-25T07:11:24.964" v="0" actId="14100"/>
      <pc:docMkLst>
        <pc:docMk/>
      </pc:docMkLst>
      <pc:sldChg chg="modSp">
        <pc:chgData name="Guest User" userId="S::urn:spo:tenantanon#7359f896-71e2-4dae-b8a3-15cdf97f2f10::" providerId="AD" clId="Web-{83E81FCA-4986-744D-6B61-4F08996F21C8}" dt="2026-08-25T07:11:24.964" v="0" actId="14100"/>
        <pc:sldMkLst>
          <pc:docMk/>
          <pc:sldMk cId="2026700312" sldId="335"/>
        </pc:sldMkLst>
        <pc:picChg chg="mod">
          <ac:chgData name="Guest User" userId="S::urn:spo:tenantanon#7359f896-71e2-4dae-b8a3-15cdf97f2f10::" providerId="AD" clId="Web-{83E81FCA-4986-744D-6B61-4F08996F21C8}" dt="2026-08-25T07:11:24.964" v="0" actId="14100"/>
          <ac:picMkLst>
            <pc:docMk/>
            <pc:sldMk cId="2026700312" sldId="335"/>
            <ac:picMk id="3" creationId="{FD486A9A-4E64-3383-F30D-EB4D18E4F51D}"/>
          </ac:picMkLst>
        </pc:picChg>
      </pc:sldChg>
    </pc:docChg>
  </pc:docChgLst>
  <pc:docChgLst>
    <pc:chgData name="Guest User" userId="S::urn:spo:tenantanon#7359f896-71e2-4dae-b8a3-15cdf97f2f10::" providerId="AD" clId="Web-{00000000-0000-0000-0000-000000000000}"/>
    <pc:docChg chg="modSld">
      <pc:chgData name="Guest User" userId="S::urn:spo:tenantanon#7359f896-71e2-4dae-b8a3-15cdf97f2f10::" providerId="AD" clId="Web-{00000000-0000-0000-0000-000000000000}" dt="2026-08-25T10:02:19.662" v="1" actId="20577"/>
      <pc:docMkLst>
        <pc:docMk/>
      </pc:docMkLst>
      <pc:sldChg chg="modSp">
        <pc:chgData name="Guest User" userId="S::urn:spo:tenantanon#7359f896-71e2-4dae-b8a3-15cdf97f2f10::" providerId="AD" clId="Web-{00000000-0000-0000-0000-000000000000}" dt="2026-08-25T10:02:19.662" v="1" actId="20577"/>
        <pc:sldMkLst>
          <pc:docMk/>
          <pc:sldMk cId="1780977059" sldId="330"/>
        </pc:sldMkLst>
        <pc:spChg chg="mod">
          <ac:chgData name="Guest User" userId="S::urn:spo:tenantanon#7359f896-71e2-4dae-b8a3-15cdf97f2f10::" providerId="AD" clId="Web-{00000000-0000-0000-0000-000000000000}" dt="2026-08-25T10:02:19.662" v="1" actId="20577"/>
          <ac:spMkLst>
            <pc:docMk/>
            <pc:sldMk cId="1780977059" sldId="330"/>
            <ac:spMk id="2" creationId="{CCBC3698-B926-FCD8-3E34-A0BCA59716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27042-6B61-B148-8485-8BBBFAA13D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13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51726E1F-6EA3-4E9A-A4AD-BBBB2D6C8BC5}" type="datetime1">
              <a:rPr lang="en-US" smtClean="0"/>
              <a:t>9/10/2026</a:t>
            </a:fld>
            <a:endParaRPr lang="en-US" dirty="0"/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094AC60B-DFEB-4816-B2E0-70252CAFF9C5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72D759D-8BA6-4207-A007-8B59E384AADB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66E40-8E80-4363-BA2E-420540A13AA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2140DA9-F832-465D-86DE-FEB6803F3756}"/>
              </a:ext>
            </a:extLst>
          </p:cNvPr>
          <p:cNvSpPr txBox="1"/>
          <p:nvPr/>
        </p:nvSpPr>
        <p:spPr>
          <a:xfrm>
            <a:off x="152400" y="1936864"/>
            <a:ext cx="10696612" cy="14124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b="1" dirty="0">
                <a:solidFill>
                  <a:srgbClr val="0000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</a:t>
            </a:r>
            <a:r>
              <a:rPr lang="en-GB" sz="40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VEHICLE PARKING SYSTEM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IN" sz="2800" b="1" u="sng" dirty="0">
              <a:solidFill>
                <a:srgbClr val="C00000"/>
              </a:solidFill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b="1" u="sng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2A8C70-3A77-94EC-FC3D-FDF5B598157E}"/>
              </a:ext>
              <a:ext uri="{20663F85-F48B-43E1-96BA-3B1BE53937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xmlns:lc="http://schemas.openxmlformats.org/drawingml/2006/lockedCanvas" id="{6082DE41-6288-42A5-A437-B3C890B5FD67}"/>
              </a:ext>
            </a:extLst>
          </p:cNvPr>
          <p:cNvSpPr txBox="1"/>
          <p:nvPr/>
        </p:nvSpPr>
        <p:spPr>
          <a:xfrm>
            <a:off x="838200" y="3146597"/>
            <a:ext cx="10696612" cy="20702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lvl="0" algn="l" rtl="0">
              <a:defRPr lang="en-US" sz="1800" dirty="0">
                <a:solidFill>
                  <a:schemeClr val="tx1"/>
                </a:solidFill>
                <a:latin typeface="+mn-lt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endParaRPr 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312791"/>
              </p:ext>
            </p:extLst>
          </p:nvPr>
        </p:nvGraphicFramePr>
        <p:xfrm>
          <a:off x="6395120" y="4419600"/>
          <a:ext cx="4468388" cy="12255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46934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2621454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138404">
                <a:tc>
                  <a:txBody>
                    <a:bodyPr/>
                    <a:lstStyle/>
                    <a:p>
                      <a:pPr algn="l"/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/>
                      <a:endParaRPr lang="en-IN" sz="14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92840" y="5897880"/>
            <a:ext cx="320040" cy="228600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r"/>
            <a:r>
              <a:rPr sz="1000" b="0">
                <a:solidFill>
                  <a:srgbClr val="6E6E6E"/>
                </a:solidFill>
                <a:latin typeface="Aptos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A45AD-C86A-BF03-0AF1-E344FA8EFE60}"/>
              </a:ext>
            </a:extLst>
          </p:cNvPr>
          <p:cNvSpPr txBox="1"/>
          <p:nvPr/>
        </p:nvSpPr>
        <p:spPr>
          <a:xfrm>
            <a:off x="762000" y="3886200"/>
            <a:ext cx="4267200" cy="1671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INSTRUCTOR:-                           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N.AKHILA, </a:t>
            </a:r>
            <a:r>
              <a:rPr lang="en-US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(PhD),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			</a:t>
            </a: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endParaRPr 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 DEPARTMENT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966C0-17D8-F794-0FFA-ABA7D88A8776}"/>
              </a:ext>
            </a:extLst>
          </p:cNvPr>
          <p:cNvSpPr txBox="1"/>
          <p:nvPr/>
        </p:nvSpPr>
        <p:spPr>
          <a:xfrm>
            <a:off x="6494252" y="3508691"/>
            <a:ext cx="5943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pPr fontAlgn="ctr"/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25B11AI006-ACHANTA MANI KRISHNAN</a:t>
            </a:r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25B11AI883-PALIVELA SASANK</a:t>
            </a:r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25B11AI172-UDAYAGIRI SUPRAJA</a:t>
            </a:r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25B11AIC24-UNNAM NAGARJUNA</a:t>
            </a:r>
          </a:p>
          <a:p>
            <a:pPr fontAlgn="ctr"/>
            <a:endParaRPr lang="en-I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30E1E3-27D0-00BF-59A3-381415A7A7A0}"/>
              </a:ext>
            </a:extLst>
          </p:cNvPr>
          <p:cNvSpPr txBox="1"/>
          <p:nvPr/>
        </p:nvSpPr>
        <p:spPr>
          <a:xfrm>
            <a:off x="4876800" y="2755005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REVIEW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4CEC1-2A27-960D-5AAB-7FC0C5FCE25F}"/>
              </a:ext>
            </a:extLst>
          </p:cNvPr>
          <p:cNvSpPr txBox="1"/>
          <p:nvPr/>
        </p:nvSpPr>
        <p:spPr>
          <a:xfrm>
            <a:off x="4672783" y="3103250"/>
            <a:ext cx="2185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NUMBER-19</a:t>
            </a:r>
          </a:p>
        </p:txBody>
      </p:sp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621280"/>
            <a:ext cx="384048" cy="384048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7" y="1072103"/>
            <a:ext cx="103327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>
                <a:solidFill>
                  <a:srgbClr val="5A6976"/>
                </a:solidFill>
                <a:latin typeface="Calibri"/>
              </a:rPr>
              <a:t>Project overview and presentation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1706880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1834896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1780032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Project Abstract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2081784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What the system does and why it is useful.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2456688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2584704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2529840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Problem &amp;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2831592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Current parking issues and project goals.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206496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97280" y="3334512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3279648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Planned Modules /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3581400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Core modules that implement the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3956303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97280" y="4084319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4029456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Users of the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8488" y="4331208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Primary and administrative users.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706112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97280" y="4834128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4779264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Inputs &amp;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5081016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Information entered and generated.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716023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55080" y="1844039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1789175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Class / OOP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2090928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Classes and OOP principles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7" y="2468880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373368" y="2596896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94575" y="2542032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Architecture Diagram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5" y="2843784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Presentation, logic and data layers.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6207" y="3218688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373368" y="3346704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5" y="3282806"/>
            <a:ext cx="984565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 dirty="0">
                <a:solidFill>
                  <a:srgbClr val="1F3A5F"/>
                </a:solidFill>
                <a:latin typeface="Calibri"/>
              </a:rPr>
              <a:t>ER Diagram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94575" y="3593592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Relationships among the main classes.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6207" y="3938015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373368" y="4066031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5" y="4011168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Planning &amp; Timeline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4575" y="4312920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 dirty="0">
                <a:solidFill>
                  <a:srgbClr val="2D3741"/>
                </a:solidFill>
                <a:latin typeface="Calibri"/>
              </a:rPr>
              <a:t>Development activities across the project weeks.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36207" y="4687824"/>
            <a:ext cx="4983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373368" y="4815840"/>
            <a:ext cx="457200" cy="457200"/>
          </a:xfrm>
          <a:prstGeom prst="ellipse">
            <a:avLst/>
          </a:prstGeom>
          <a:solidFill>
            <a:srgbClr val="2E5B8A"/>
          </a:solidFill>
          <a:ln>
            <a:solidFill>
              <a:srgbClr val="2E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4575" y="4760976"/>
            <a:ext cx="42062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Role of Each Individual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4575" y="5062728"/>
            <a:ext cx="420624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69" b="0">
                <a:solidFill>
                  <a:srgbClr val="2D3741"/>
                </a:solidFill>
                <a:latin typeface="Calibri"/>
              </a:rPr>
              <a:t>Team responsibilities for implementation.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37A76-86A0-AF8E-76A0-31563F6E7EA5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2E58964-C400-4F14-BDC9-401074DB83E5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668A6-89BE-0245-67E3-E7CD8F5BBC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447800"/>
            <a:ext cx="10515600" cy="4343399"/>
          </a:xfrm>
        </p:spPr>
        <p:txBody>
          <a:bodyPr wrap="square">
            <a:noAutofit/>
          </a:bodyPr>
          <a:lstStyle/>
          <a:p>
            <a:pPr marL="360000" indent="-180000" algn="just"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application designed to automate vehicle parking management.</a:t>
            </a:r>
          </a:p>
          <a:p>
            <a:pPr marL="360000" indent="-180000" algn="just"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manual paper-based logging with structured digital records.</a:t>
            </a:r>
          </a:p>
          <a:p>
            <a:pPr marL="360000" indent="-180000" algn="just"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vehicle entry, slot allocation, live status, search, fee calculation and receipts.</a:t>
            </a:r>
          </a:p>
          <a:p>
            <a:pPr marL="360000" indent="-180000" algn="just"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completed parking transactions using file handling.</a:t>
            </a:r>
          </a:p>
          <a:p>
            <a:pPr marL="360000" indent="-180000" algn="just"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OOP principles: classes, inheritance, polymorphism and encapsulation.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AF870-9A53-22B2-4096-40AA9E4ABBCC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71C1328D-2AAF-4D7F-82B5-5094BC5BE074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37B14-6E72-AF69-D77E-F3A9BB88BE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295400"/>
            <a:ext cx="10515600" cy="4797895"/>
          </a:xfrm>
        </p:spPr>
        <p:txBody>
          <a:bodyPr>
            <a:normAutofit/>
          </a:bodyPr>
          <a:lstStyle/>
          <a:p>
            <a:pPr marL="9144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parking relies on paper logs and guesswork, causing difficulty identifying available slots, locating parked vehicles, and calculating fees accurately.</a:t>
            </a:r>
          </a:p>
          <a:p>
            <a:pPr marL="9144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centralized system to manage vehicle entry, exit, and slot allocation.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automatic slot assignment and live status display.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fee-calculation errors through automated, rate-based billing.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searchable parking history using file handling.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AD535-DC86-5760-F82E-4E46D5985283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97B891B-343D-4C92-85B3-3AB6A04F5B0D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17608-E93B-D84C-C244-DE2DCF1582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Modules /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4983480" cy="129844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91440" cy="1298448"/>
          </a:xfrm>
          <a:prstGeom prst="rect">
            <a:avLst/>
          </a:prstGeom>
          <a:solidFill>
            <a:srgbClr val="F5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1673352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t>Vehicle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7568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Records vehicle number, owner, and 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4983480" cy="129844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91440" cy="1298448"/>
          </a:xfrm>
          <a:prstGeom prst="rect">
            <a:avLst/>
          </a:prstGeom>
          <a:solidFill>
            <a:srgbClr val="F5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673352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t>Slot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07568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Checks, assigns, and releases parking slots.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71800"/>
            <a:ext cx="4983480" cy="129844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2971800"/>
            <a:ext cx="91440" cy="1298448"/>
          </a:xfrm>
          <a:prstGeom prst="rect">
            <a:avLst/>
          </a:prstGeom>
          <a:solidFill>
            <a:srgbClr val="F5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136392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t>Parking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53872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Displays available and occupied slots.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971800"/>
            <a:ext cx="4983480" cy="129844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2971800"/>
            <a:ext cx="91440" cy="1298448"/>
          </a:xfrm>
          <a:prstGeom prst="rect">
            <a:avLst/>
          </a:prstGeom>
          <a:solidFill>
            <a:srgbClr val="F5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136392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t>Vehicle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53872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Finds a parked vehicle by number.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434840"/>
            <a:ext cx="4983480" cy="129844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4434840"/>
            <a:ext cx="91440" cy="1298448"/>
          </a:xfrm>
          <a:prstGeom prst="rect">
            <a:avLst/>
          </a:prstGeom>
          <a:solidFill>
            <a:srgbClr val="F5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t>Fee &amp; Receipt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00176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Calculates charges and generates receipts.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4434840"/>
            <a:ext cx="4983480" cy="1298448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80760" y="4434840"/>
            <a:ext cx="91440" cy="1298448"/>
          </a:xfrm>
          <a:prstGeom prst="rect">
            <a:avLst/>
          </a:prstGeom>
          <a:solidFill>
            <a:srgbClr val="F5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4599432"/>
            <a:ext cx="45720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900" b="1">
                <a:solidFill>
                  <a:srgbClr val="0000CC"/>
                </a:solidFill>
                <a:latin typeface="Arial"/>
              </a:defRPr>
            </a:pPr>
            <a:r>
              <a:t>Parking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001768"/>
            <a:ext cx="4544568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>
                <a:solidFill>
                  <a:srgbClr val="2D2D2D"/>
                </a:solidFill>
                <a:latin typeface="Arial"/>
              </a:defRPr>
            </a:pPr>
            <a:r>
              <a:t>Stores completed transactions via file handling.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D58C8-26BB-CE4B-1E73-EB44D5FCFCBE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6E5CF0B-132C-44A4-A3A5-A09069F5FD29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97599-C465-C3EF-C872-2E29478535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of the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498348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91440" cy="3886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764792"/>
            <a:ext cx="1596591" cy="353943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l"/>
            <a:r>
              <a:rPr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8568"/>
            <a:ext cx="45720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Owner — enters vehicle details and receives a slot and receipt.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Parking Attendant / Operator — manages entries, exits and daily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00200"/>
            <a:ext cx="498348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600200"/>
            <a:ext cx="91440" cy="3886200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764792"/>
            <a:ext cx="2131994" cy="338554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l"/>
            <a:r>
              <a:rPr sz="1700" b="1" dirty="0">
                <a:solidFill>
                  <a:srgbClr val="E678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58568"/>
            <a:ext cx="45720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 — maintains slot data, pricing rules and records.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Auditor / Reviewer — checks parking history and transaction reports.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158CC-D236-0D3F-15F0-96D1C479DF7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8DA286A-D0CF-4B93-86F8-96229ABBC238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C6DF6-EDE8-EA33-3CEE-D678F96D72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&amp;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498348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91440" cy="4160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673352"/>
            <a:ext cx="865622" cy="384721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l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67128"/>
            <a:ext cx="457200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number, owner name and vehicle type at entry.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number for search or exit.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choice: entry, exit, search, status or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498348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1508760"/>
            <a:ext cx="91440" cy="4160520"/>
          </a:xfrm>
          <a:prstGeom prst="rect">
            <a:avLst/>
          </a:prstGeom>
          <a:solidFill>
            <a:srgbClr val="E67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673352"/>
            <a:ext cx="1049967" cy="384721"/>
          </a:xfrm>
          <a:prstGeom prst="rect">
            <a:avLst/>
          </a:prstGeom>
          <a:noFill/>
        </p:spPr>
        <p:txBody>
          <a:bodyPr wrap="none" lIns="76200" tIns="38100" rIns="76200" bIns="38100">
            <a:spAutoFit/>
          </a:bodyPr>
          <a:lstStyle/>
          <a:p>
            <a:pPr algn="l"/>
            <a:r>
              <a:rPr sz="2000" b="1" dirty="0">
                <a:solidFill>
                  <a:srgbClr val="E678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67128"/>
            <a:ext cx="457200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slot number and entry confirmation.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list of available and occupied slots.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slot and status from search.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fee and receipt on exit.</a:t>
            </a:r>
          </a:p>
          <a:p>
            <a:pPr algn="just">
              <a:spcAft>
                <a:spcPts val="800"/>
              </a:spcAft>
            </a:pPr>
            <a:r>
              <a:rPr sz="2000" dirty="0">
                <a:solidFill>
                  <a:srgbClr val="2D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Parking history saved to file.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4E9E7-E37F-3BFC-102A-C5760BF5D46A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E4F5867-BD7D-4DCF-B1C3-D87549E6FB5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3F053-1D35-3E20-4BE5-D6421BF9E9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9144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/>
                <a:cs typeface="Times New Roman"/>
              </a:rPr>
              <a:t>Parking System</a:t>
            </a:r>
            <a:r>
              <a:rPr lang="en-IN" b="0" dirty="0">
                <a:latin typeface="Times New Roman"/>
                <a:cs typeface="Times New Roman"/>
              </a:rPr>
              <a:t> Class - manages vehicle entry/exit, slot assignment, fee calculation, and history</a:t>
            </a:r>
          </a:p>
          <a:p>
            <a:pPr marL="9144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Class - stores vehicle number, owner name, type, and assigned slot</a:t>
            </a:r>
          </a:p>
          <a:p>
            <a:pPr marL="9144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/>
                <a:cs typeface="Times New Roman"/>
              </a:rPr>
              <a:t>Parking Slot</a:t>
            </a:r>
            <a:r>
              <a:rPr lang="en-IN" b="0" dirty="0">
                <a:latin typeface="Times New Roman"/>
                <a:cs typeface="Times New Roman"/>
              </a:rPr>
              <a:t> Class - tracks slot number and occupied status; assigns and releases slots</a:t>
            </a:r>
          </a:p>
          <a:p>
            <a:pPr marL="9144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Bike, Car, and SUV inherit from a base Vehicle class; polymorphism applies vehicle-specific fee rates.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/ OOP Design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E63C9-6446-4029-0016-7FB5A2293F55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552D09D-DCEA-4FFC-B768-AF269A2D6CE3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77702-6C52-0FEA-A5C5-D24D339486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691640"/>
            <a:ext cx="9235440" cy="82296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  <a:p>
            <a:pPr algn="ctr"/>
            <a:r>
              <a:rPr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 / Menu-driven User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51460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63040" y="2880360"/>
            <a:ext cx="9235440" cy="1051560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 Layer</a:t>
            </a:r>
          </a:p>
          <a:p>
            <a:pPr algn="ctr"/>
            <a:r>
              <a:rPr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Manager   |   Slot Manager   |   Fee Calculator   |   History Manager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93192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463040" y="4297680"/>
            <a:ext cx="9235440" cy="822960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  <a:p>
            <a:pPr algn="ctr"/>
            <a:r>
              <a:rPr sz="20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(Vehicle, Slot, Fee, Parking History records)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33B9-8FD7-0B47-337C-8D9C7A20AE89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951CB68-A053-471E-AEEE-4BF869E16F12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BB0CD-2B03-EC44-F9B8-5B7507A951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95104" y="80989"/>
            <a:ext cx="3239991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 b="1" dirty="0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3364991"/>
            <a:ext cx="364845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ParkingSlot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86A9A-4E64-3383-F30D-EB4D18E4F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66" y="1066800"/>
            <a:ext cx="9838267" cy="52175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3AAB2-FE34-8E8C-A177-13D5CECA3E40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1506A8AE-965E-4004-A3B6-FB032AE60B4A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E2969-006B-98A8-2966-304C096DFA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Timeline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6948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1977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005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2034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70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2091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95728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 Diagram)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B16CB-5928-AE79-8DEE-473E304AC711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2C05E18-D4DA-4819-9844-E1FF8A43FB75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5F217-0F79-61AD-5546-1018925EB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459544"/>
              </p:ext>
            </p:extLst>
          </p:nvPr>
        </p:nvGraphicFramePr>
        <p:xfrm>
          <a:off x="1314832" y="1981200"/>
          <a:ext cx="94183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25B11AI006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ACHANTA MANI KRISHNAN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Management + Parking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25B11AI883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PALIVELA SASANK</a:t>
                      </a:r>
                      <a:endParaRPr lang="en-IN" sz="1600" b="0" dirty="0">
                        <a:solidFill>
                          <a:srgbClr val="2D2D2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Entry + Vehicle Class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25B11AI172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UDAYAGIRI SUPRAJA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Search + Vehicle Exit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25B11AIC24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D2D2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UNNAM NAGARJUNA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 Calculation + Receipt + File Handling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850CB-3C1A-5620-F70E-BD1991799D7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DF7F088B-E902-42D7-A75F-3BC193FCB2F3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FF3CF-889F-4359-0EDC-ED7E415BF4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2974D-1CE7-ADEF-CAF2-8E40A4E9ACE3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20" y="868680"/>
            <a:ext cx="9692640" cy="461772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1CD0E8-1848-FBFA-2297-E76DE859683A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49ABA43A-3AA5-45A2-AB31-01972B023720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8A847-E997-9744-D0CE-76289038D7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837</Words>
  <Application>Microsoft Office PowerPoint</Application>
  <PresentationFormat>Widescreen</PresentationFormat>
  <Paragraphs>163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 Rounded MT Bold</vt:lpstr>
      <vt:lpstr>Calibri</vt:lpstr>
      <vt:lpstr>Aptos</vt:lpstr>
      <vt:lpstr>Aharoni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Manikrishnan Achanta</dc:creator>
  <cp:lastModifiedBy>Manikrishnan Achanta</cp:lastModifiedBy>
  <cp:revision>112</cp:revision>
  <cp:lastPrinted>2025-09-02T05:24:44Z</cp:lastPrinted>
  <dcterms:created xsi:type="dcterms:W3CDTF">2025-05-29T13:02:32Z</dcterms:created>
  <dcterms:modified xsi:type="dcterms:W3CDTF">2026-09-10T08:36:52Z</dcterms:modified>
</cp:coreProperties>
</file>